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jpg"/><Relationship Id="rId7" Type="http://schemas.openxmlformats.org/officeDocument/2006/relationships/image" Target="../media/image1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3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r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73" y="2322118"/>
            <a:ext cx="1848260" cy="2495626"/>
          </a:xfrm>
          <a:prstGeom prst="rect">
            <a:avLst/>
          </a:prstGeom>
        </p:spPr>
      </p:pic>
      <p:pic>
        <p:nvPicPr>
          <p:cNvPr id="4" name="Picture 3" descr="r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170" y="2322118"/>
            <a:ext cx="1848260" cy="2495626"/>
          </a:xfrm>
          <a:prstGeom prst="rect">
            <a:avLst/>
          </a:prstGeom>
        </p:spPr>
      </p:pic>
      <p:pic>
        <p:nvPicPr>
          <p:cNvPr id="5" name="Picture 4" descr="r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9320" y="2331720"/>
            <a:ext cx="2153053" cy="2495626"/>
          </a:xfrm>
          <a:prstGeom prst="rect">
            <a:avLst/>
          </a:prstGeom>
        </p:spPr>
      </p:pic>
      <p:pic>
        <p:nvPicPr>
          <p:cNvPr id="6" name="Picture 5" descr="r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5263" y="2322118"/>
            <a:ext cx="1848260" cy="2495626"/>
          </a:xfrm>
          <a:prstGeom prst="rect">
            <a:avLst/>
          </a:prstGeom>
        </p:spPr>
      </p:pic>
      <p:pic>
        <p:nvPicPr>
          <p:cNvPr id="7" name="Picture 6" descr="r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6660" y="2322118"/>
            <a:ext cx="1848260" cy="24956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